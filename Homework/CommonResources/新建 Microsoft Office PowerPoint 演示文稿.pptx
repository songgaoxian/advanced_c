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7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phora.com/neuropeptide-facial-cleanser-P402636?skuId=1770403" TargetMode="External"/><Relationship Id="rId3" Type="http://schemas.openxmlformats.org/officeDocument/2006/relationships/hyperlink" Target="https://www.sephora.com/intensive-pore-minimizer-P259938?skuId=1247378" TargetMode="External"/><Relationship Id="rId7" Type="http://schemas.openxmlformats.org/officeDocument/2006/relationships/hyperlink" Target="https://www.sephora.com/pre-empt-series-brightening-eye-cream-P408539?skuId=1830892" TargetMode="External"/><Relationship Id="rId2" Type="http://schemas.openxmlformats.org/officeDocument/2006/relationships/hyperlink" Target="https://www.sephora.com/hypoallergenic-nourishing-moisturizer-P294205?skuId=1366806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ephora.com/neuropeptide-facial-conformer-P211332?skuId=1770429" TargetMode="External"/><Relationship Id="rId5" Type="http://schemas.openxmlformats.org/officeDocument/2006/relationships/hyperlink" Target="https://www.sephora.com/hypoallergenic-firming-eye-cream-P294204?skuId=1366814" TargetMode="External"/><Relationship Id="rId4" Type="http://schemas.openxmlformats.org/officeDocument/2006/relationships/hyperlink" Target="https://www.sephora.com/pre-empt-series-oil-free-hydrating-cream-P408540?skuId=1830876" TargetMode="External"/><Relationship Id="rId9" Type="http://schemas.openxmlformats.org/officeDocument/2006/relationships/hyperlink" Target="https://www.sephora.com/vitamin-c-ester-eye-serum-P243236?skuId=11996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684584" y="1412776"/>
            <a:ext cx="7772400" cy="3702273"/>
          </a:xfrm>
        </p:spPr>
        <p:txBody>
          <a:bodyPr>
            <a:normAutofit fontScale="90000"/>
          </a:bodyPr>
          <a:lstStyle/>
          <a:p>
            <a:r>
              <a:rPr lang="en-US" altLang="zh-CN" sz="1300" b="1" cap="all" dirty="0" smtClean="0">
                <a:hlinkClick r:id="rId2"/>
              </a:rPr>
              <a:t/>
            </a:r>
            <a:br>
              <a:rPr lang="en-US" altLang="zh-CN" sz="1300" b="1" cap="all" dirty="0" smtClean="0">
                <a:hlinkClick r:id="rId2"/>
              </a:rPr>
            </a:br>
            <a:r>
              <a:rPr lang="en-US" altLang="zh-CN" sz="1800" b="1" cap="all" dirty="0" smtClean="0">
                <a:hlinkClick r:id="rId2"/>
              </a:rPr>
              <a:t>PERRICONE MD</a:t>
            </a:r>
            <a:r>
              <a:rPr lang="en-US" altLang="zh-CN" sz="1800" b="1" dirty="0" smtClean="0">
                <a:hlinkClick r:id="rId2"/>
              </a:rPr>
              <a:t> Hypoallergenic Nourishing Moisturizer</a:t>
            </a:r>
            <a:r>
              <a:rPr lang="en-US" altLang="zh-CN" sz="1800" b="1" dirty="0" smtClean="0"/>
              <a:t/>
            </a:r>
            <a:br>
              <a:rPr lang="en-US" altLang="zh-CN" sz="1800" b="1" dirty="0" smtClean="0"/>
            </a:br>
            <a:r>
              <a:rPr lang="en-US" altLang="zh-CN" sz="1800" b="1" cap="all" dirty="0" smtClean="0"/>
              <a:t/>
            </a:r>
            <a:br>
              <a:rPr lang="en-US" altLang="zh-CN" sz="1800" b="1" cap="all" dirty="0" smtClean="0"/>
            </a:br>
            <a:r>
              <a:rPr lang="en-US" altLang="zh-CN" sz="1800" b="1" cap="all" dirty="0" smtClean="0">
                <a:hlinkClick r:id="rId3"/>
              </a:rPr>
              <a:t>PERRICONE MD</a:t>
            </a:r>
            <a:r>
              <a:rPr lang="en-US" altLang="zh-CN" sz="1800" b="1" dirty="0" smtClean="0">
                <a:hlinkClick r:id="rId3"/>
              </a:rPr>
              <a:t> Intensive Pore </a:t>
            </a:r>
            <a:r>
              <a:rPr lang="en-US" altLang="zh-CN" sz="1800" b="1" dirty="0" err="1" smtClean="0">
                <a:hlinkClick r:id="rId3"/>
              </a:rPr>
              <a:t>Minimizer</a:t>
            </a:r>
            <a:r>
              <a:rPr lang="en-US" altLang="zh-CN" sz="1800" b="1" dirty="0" smtClean="0"/>
              <a:t/>
            </a:r>
            <a:br>
              <a:rPr lang="en-US" altLang="zh-CN" sz="1800" b="1" dirty="0" smtClean="0"/>
            </a:br>
            <a:r>
              <a:rPr lang="en-US" altLang="zh-CN" sz="1800" b="1" cap="all" dirty="0" smtClean="0"/>
              <a:t/>
            </a:r>
            <a:br>
              <a:rPr lang="en-US" altLang="zh-CN" sz="1800" b="1" cap="all" dirty="0" smtClean="0"/>
            </a:br>
            <a:r>
              <a:rPr lang="en-US" altLang="zh-CN" sz="1800" b="1" cap="all" dirty="0" smtClean="0">
                <a:hlinkClick r:id="rId4"/>
              </a:rPr>
              <a:t>PERRICONE MD</a:t>
            </a:r>
            <a:r>
              <a:rPr lang="en-US" altLang="zh-CN" sz="1800" b="1" dirty="0" smtClean="0">
                <a:hlinkClick r:id="rId4"/>
              </a:rPr>
              <a:t> PRE:EMPT SERIES™ Oil-Free Hydrating Cream</a:t>
            </a:r>
            <a:r>
              <a:rPr lang="en-US" altLang="zh-CN" sz="1800" b="1" dirty="0" smtClean="0"/>
              <a:t/>
            </a:r>
            <a:br>
              <a:rPr lang="en-US" altLang="zh-CN" sz="1800" b="1" dirty="0" smtClean="0"/>
            </a:br>
            <a:r>
              <a:rPr lang="en-US" altLang="zh-CN" sz="1800" b="1" cap="all" dirty="0" smtClean="0"/>
              <a:t/>
            </a:r>
            <a:br>
              <a:rPr lang="en-US" altLang="zh-CN" sz="1800" b="1" cap="all" dirty="0" smtClean="0"/>
            </a:br>
            <a:r>
              <a:rPr lang="en-US" altLang="zh-CN" sz="1800" b="1" cap="all" dirty="0" smtClean="0">
                <a:hlinkClick r:id="rId5"/>
              </a:rPr>
              <a:t>PERRICONE MD</a:t>
            </a:r>
            <a:r>
              <a:rPr lang="en-US" altLang="zh-CN" sz="1800" b="1" dirty="0" smtClean="0">
                <a:hlinkClick r:id="rId5"/>
              </a:rPr>
              <a:t> Hypoallergenic Firming Eye Cream</a:t>
            </a:r>
            <a:r>
              <a:rPr lang="en-US" altLang="zh-CN" sz="1800" b="1" dirty="0" smtClean="0"/>
              <a:t/>
            </a:r>
            <a:br>
              <a:rPr lang="en-US" altLang="zh-CN" sz="1800" b="1" dirty="0" smtClean="0"/>
            </a:br>
            <a:r>
              <a:rPr lang="en-US" altLang="zh-CN" sz="1800" b="1" cap="all" dirty="0" smtClean="0"/>
              <a:t/>
            </a:r>
            <a:br>
              <a:rPr lang="en-US" altLang="zh-CN" sz="1800" b="1" cap="all" dirty="0" smtClean="0"/>
            </a:br>
            <a:r>
              <a:rPr lang="en-US" altLang="zh-CN" sz="1800" b="1" cap="all" dirty="0" smtClean="0">
                <a:hlinkClick r:id="rId6"/>
              </a:rPr>
              <a:t>PERRICONE MD</a:t>
            </a:r>
            <a:r>
              <a:rPr lang="en-US" altLang="zh-CN" sz="1800" b="1" dirty="0" smtClean="0">
                <a:hlinkClick r:id="rId6"/>
              </a:rPr>
              <a:t> </a:t>
            </a:r>
            <a:r>
              <a:rPr lang="en-US" altLang="zh-CN" sz="1800" b="1" dirty="0" err="1" smtClean="0">
                <a:hlinkClick r:id="rId6"/>
              </a:rPr>
              <a:t>Neuropeptide</a:t>
            </a:r>
            <a:r>
              <a:rPr lang="en-US" altLang="zh-CN" sz="1800" b="1" dirty="0" smtClean="0">
                <a:hlinkClick r:id="rId6"/>
              </a:rPr>
              <a:t> Facial Conformer</a:t>
            </a:r>
            <a:r>
              <a:rPr lang="en-US" altLang="zh-CN" sz="1800" b="1" dirty="0" smtClean="0"/>
              <a:t/>
            </a:r>
            <a:br>
              <a:rPr lang="en-US" altLang="zh-CN" sz="1800" b="1" dirty="0" smtClean="0"/>
            </a:br>
            <a:r>
              <a:rPr lang="en-US" altLang="zh-CN" sz="1800" b="1" cap="all" dirty="0" smtClean="0"/>
              <a:t/>
            </a:r>
            <a:br>
              <a:rPr lang="en-US" altLang="zh-CN" sz="1800" b="1" cap="all" dirty="0" smtClean="0"/>
            </a:br>
            <a:r>
              <a:rPr lang="en-US" altLang="zh-CN" sz="1800" b="1" cap="all" dirty="0" smtClean="0">
                <a:hlinkClick r:id="rId7"/>
              </a:rPr>
              <a:t>PERRICONE MD</a:t>
            </a:r>
            <a:r>
              <a:rPr lang="en-US" altLang="zh-CN" sz="1800" b="1" dirty="0" smtClean="0">
                <a:hlinkClick r:id="rId7"/>
              </a:rPr>
              <a:t> PRE:EMPT SERIES™ Brightening Eye Cream</a:t>
            </a:r>
            <a:r>
              <a:rPr lang="en-US" altLang="zh-CN" sz="1800" b="1" dirty="0" smtClean="0"/>
              <a:t/>
            </a:r>
            <a:br>
              <a:rPr lang="en-US" altLang="zh-CN" sz="1800" b="1" dirty="0" smtClean="0"/>
            </a:br>
            <a:r>
              <a:rPr lang="en-US" altLang="zh-CN" sz="1800" b="1" cap="all" dirty="0" smtClean="0"/>
              <a:t/>
            </a:r>
            <a:br>
              <a:rPr lang="en-US" altLang="zh-CN" sz="1800" b="1" cap="all" dirty="0" smtClean="0"/>
            </a:br>
            <a:r>
              <a:rPr lang="en-US" altLang="zh-CN" sz="1800" b="1" cap="all" dirty="0" smtClean="0">
                <a:hlinkClick r:id="rId8"/>
              </a:rPr>
              <a:t>PERRICONE MD</a:t>
            </a:r>
            <a:r>
              <a:rPr lang="en-US" altLang="zh-CN" sz="1800" b="1" dirty="0" smtClean="0">
                <a:hlinkClick r:id="rId8"/>
              </a:rPr>
              <a:t> </a:t>
            </a:r>
            <a:r>
              <a:rPr lang="en-US" altLang="zh-CN" sz="1800" b="1" dirty="0" err="1" smtClean="0">
                <a:hlinkClick r:id="rId8"/>
              </a:rPr>
              <a:t>Neuropeptide</a:t>
            </a:r>
            <a:r>
              <a:rPr lang="en-US" altLang="zh-CN" sz="1800" b="1" dirty="0" smtClean="0">
                <a:hlinkClick r:id="rId8"/>
              </a:rPr>
              <a:t> Facial Cleanser</a:t>
            </a:r>
            <a:r>
              <a:rPr lang="en-US" altLang="zh-CN" sz="1800" b="1" dirty="0" smtClean="0"/>
              <a:t/>
            </a:r>
            <a:br>
              <a:rPr lang="en-US" altLang="zh-CN" sz="1800" b="1" dirty="0" smtClean="0"/>
            </a:br>
            <a:r>
              <a:rPr lang="en-US" altLang="zh-CN" sz="1800" b="1" cap="all" dirty="0" smtClean="0"/>
              <a:t/>
            </a:r>
            <a:br>
              <a:rPr lang="en-US" altLang="zh-CN" sz="1800" b="1" cap="all" dirty="0" smtClean="0"/>
            </a:br>
            <a:r>
              <a:rPr lang="en-US" altLang="zh-CN" sz="1800" b="1" cap="all" dirty="0" smtClean="0">
                <a:hlinkClick r:id="rId9"/>
              </a:rPr>
              <a:t>PERRICONE MD</a:t>
            </a:r>
            <a:r>
              <a:rPr lang="en-US" altLang="zh-CN" sz="1800" b="1" dirty="0" smtClean="0">
                <a:hlinkClick r:id="rId9"/>
              </a:rPr>
              <a:t> Vitamin C Ester Eye Serum</a:t>
            </a:r>
            <a:r>
              <a:rPr lang="en-US" altLang="zh-CN" sz="1800" b="1" dirty="0" smtClean="0"/>
              <a:t/>
            </a:r>
            <a:br>
              <a:rPr lang="en-US" altLang="zh-CN" sz="1800" b="1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 PERRICONE MD Hypoallergenic Nourishing Moisturizer  PERRICONE MD Intensive Pore Minimizer  PERRICONE MD PRE:EMPT SERIES™ Oil-Free Hydrating Cream  PERRICONE MD Hypoallergenic Firming Eye Cream  PERRICONE MD Neuropeptide Facial Conformer  PERRICONE MD PRE:EMPT SERIES™ Brightening Eye Cream  PERRICONE MD Neuropeptide Facial Cleanser  PERRICONE MD Vitamin C Ester Eye Serum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PERRICONE MD Hypoallergenic Nourishing Moisturizer  PERRICONE MD Intensive Pore Minimizer  PERRICONE MD PRE:EMPT SERIES™ Oil-Free Hydrating Cream  PERRICONE MD Hypoallergenic Firming Eye Cream  PERRICONE MD Neuropeptide Facial Conformer  PERRICONE MD PRE:EMPT SERIES™ Brightening Eye Cream  PERRICONE MD Neuropeptide Facial Cleanser  PERRICONE MD Vitamin C Ester Eye Serum  </dc:title>
  <dc:creator>Jeremy Chen</dc:creator>
  <cp:lastModifiedBy>SAMSUNG</cp:lastModifiedBy>
  <cp:revision>1</cp:revision>
  <dcterms:created xsi:type="dcterms:W3CDTF">2016-08-25T21:57:28Z</dcterms:created>
  <dcterms:modified xsi:type="dcterms:W3CDTF">2016-08-26T21:15:06Z</dcterms:modified>
</cp:coreProperties>
</file>